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v0.8 자극 부제 폐기 (DSN-20260506-001 §6, 대표 catch 2026-05-06 00:12 KST)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================================================================================
LEGAL P0-4 EXCLUDE BLOCK — source-only mirror (slide 본문 인용 0건)
9쌍 marker 본문 source 보존 (정합 주석).
빌드 시 marker 사이 콘텐츠 sed 사전 제거 (Marp .pptx/.pdf/.html 모두 인용 0건).
명령: sed -e '/LEGAL_P0_4_EXCL_START/,/LEGAL_P0_4_EXCL_END/d' (실제 패턴은 hyphen)
================================================================================
================================================================================
END LEGAL P0-4 EXCLUDE BLOCK
================================================================================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세력 추적</dc:title>
  <dc:subject>PptxGenJS Presentation</dc:subject>
  <dc:creator>Created by Marp</dc:creator>
  <cp:lastModifiedBy>Created by Marp</cp:lastModifiedBy>
  <cp:revision>1</cp:revision>
  <dcterms:created xsi:type="dcterms:W3CDTF">2026-05-05T23:39:12Z</dcterms:created>
  <dcterms:modified xsi:type="dcterms:W3CDTF">2026-05-05T23:39:12Z</dcterms:modified>
</cp:coreProperties>
</file>